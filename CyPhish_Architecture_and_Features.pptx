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CYPHISH PLATFORM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  <a:latin typeface="Segoe UI"/>
              </a:defRPr>
            </a:pPr>
            <a:r>
              <a:t>Enterprise Security Awareness &amp; Simulation Engine</a:t>
            </a:r>
          </a:p>
          <a:p>
            <a:pPr>
              <a:spcBef>
                <a:spcPts val="14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Comprehensive Architecture, Phishing Drill Workflows, AI Multi-Model Scenario Generator, Exchange Anonymous Relays &amp; Defense-in-Depth Security</a:t>
            </a:r>
          </a:p>
          <a:p>
            <a:pPr>
              <a:spcBef>
                <a:spcPts val="2400"/>
              </a:spcBef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🛡️ Zero Cloud Data Leakage  |  ⚡ AI Scenario Studio  |  📬 Exchange IP Relay  |  📊 Real-time SIEM Forwarding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PLATFORM MISSION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Executive Overview &amp; Core Architectural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🛡️ Zero-Data Leakage On-Prem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Full on-premise/private cloud architecture. Employee directory data, drill telemetry, and credentials never touch external SaaS clouds.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🤖 Dynamic AI Threat Studio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Multi-model discovery (Gemini 2.5/2.0, GPT-4o, Claude 3.7) with intelligent 503 fallback and instant pretext generator.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📬 Enterprise Mail Integration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Anonymous IP-based Exchange Server relays with header masking, strict TLS 1.3, and dynamic in-GUI Root CA certificate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📈 SOC 2 &amp; SIEM Integration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Real-time LEEF 2.0 / CEF syslog streaming to Splunk/QRadar, 180-day automated data retention, and full RBAC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Full-Stack Technology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1. Frontend Command Portal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React 18, Material-UI Cyber Dark Theme, Multi-Tab Inactivity Monitor, Live Template Composer, Interactive Analytics Dashboards, AI Generation Modal.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146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2. Application API Core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Node.js (ES Modules) Express Server, Session Token Auth, Anti-Bruteforce Lockout Engine, Recursive NoSQL Sanitization, Rate Limiters, Audit Logger.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146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3. Persistence &amp; Directory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MongoDB with Mongoose ODM, System Settings Registry, Campaign Tracking, Active Directory / LDAPS Synchronizer, 180-Day Vacuum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63040"/>
            <a:ext cx="25146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4. Mail &amp; Telemetry Relays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Nodemailer Engine (TLS 1.3 / Custom CA / Anonymous Exchange IP Relay), Syslog Streamer (LEEF 2.0, CEF, JSON over UDP/TCP).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OPERATIONAL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End-to-End Simulation &amp; Drill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1: Audience Ingestion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Synchronize targets via LDAPS (Port 636) or CSV with OU, Dept, &amp; Role attributes.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2: Scenario Crafting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Design pixel-perfect HTML/Markdown templates or generate tailored AI pretexts.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46304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3: Relay Station Setup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Configure Exchange Anonymous Relay (Port 25) with masked display sender header.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4: Controlled Dispatch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Throttled dispatch with concurrency limits, open-tracking web beacons, and unique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5: Teachable Landing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Instant redirection upon click to informative awareness page with customized red flags.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93192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6: SOC Event Dispatch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Immediate LEEF 2.0 telemetry sent to SIEM + automated executive compliance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AI THREAT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Multi-Model AI Scenario Generation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⚡ Dynamic Model Discovery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Automatically queries vendor APIs (Google AI Studio, OpenAI, Anthropic) via GET /api/integrations/ai/discover to fetch live active models and filter by generateContent capability.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🛡️ 503 / 404 Resilient Auto-Fallback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Intelligent retry hierarchy: If cutting-edge models experience demand spikes (503) or deprecation (404), CyPhish cascades seamlessly to verified models (e.g. gemini-2.0-flash, gemini-1.5-flash).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🎯 Scenario Prompt Architecture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Zero-clutter pretext synthesis: Generates tailored subjects, emotional urgency triggers, executive impersonation pretexts, and realistic HTML email bodies with target placeholders.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🔒 Intranet-Safe Key Management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API keys stored encrypted in MongoDB; never sent to frontend clients. Redacted in development logs to maintain strict credential hygiene.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MAIL TRANSPORT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Exchange Server Anonymous IP Relay &amp; Sender Masking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1. Anonymous IP-Whitelisted Relay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Omission of SMTP AUTH: Server IP whitelisted on Exchange Receive Connector.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CyPhish connects on Port 25/587 and executes EHLO + TLS without transmitting credentials.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Exchange grants Ms-Exch-SMTP-Submit and Ms-Exch-SMTP-Accept-Any-Recipient based on 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2. Decoupled Display Identity (MIME vs Envelope)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RFC 5321 (MAIL FROM:): Handled transparently by relay.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RFC 5322 (From: Header): Display Name ('IT Security') and From Email ('security@domain.com') freely configured.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Optional Reply-To header redirects user inquiries to internal SOC inbox.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3. Strict TLS 1.3 &amp; Internal Root CA Trust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Mandatory TLS 1.3 / 1.2 negotiation.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In-GUI PEM certificate uploader injects corporate Root CA into Node.js TLS context in memory.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Zero container rebuilds or OS certificate store modifications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4. Quick Relay Presets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Exchange Anonymous (Port 25 + Strict STARTTLS)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M365 Authenticated (Port 587 + Credentials)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Direct SMTPS (Port 465 + Implicit SSL)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Postfix Internal (Port 25 + Opportunistic TLS)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PLATFORM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Enterprise Security Controls &amp; Defense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⏱️ Inactivity Session Auto-Logout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Multi-tab synchronized idle timer listening to keyboard, mouse, scroll events.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Configurable timeout (5, 10, 15, 30, 60 mins) stored in System Settings.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60-second warning modal with real-time countdown &amp; 'Stay Logged In' refresh.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🛡️ Brute-Force &amp; Credential Protection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Account-level tracking: 5 consecutive failed attempts trigger automatic 15-minute lockout.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Timing-safe dummy password comparisons prevent username enumeration side-channels.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Admin unlock interface immediately clears lockout timers.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💉 NoSQL Injection &amp; ReDoS Defense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Recursive sanitizeMiddleware strips MongoDB operators ($gt, $ne, $where) and dot keys.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escapeRegex sanitizes all user inputs in search queries to prevent ReDoS.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Strict parameter type assertions across authentication and tracking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🔒 Defensive HTTP Headers &amp; Limits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Helmet hardening (nosniff, xssFilter, hidePoweredBy, crossOriginResourcePolicy).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Payload size bound to 512KB to protect against buffer exhaustion DoS.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Role-Based Access Control (Super Admin, Security Engineer, Auditor/Viewer).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AUDIENCE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Active Directory Sync &amp; Granular Audience Targeting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🗂️ Real-time LDAPS Sync (Port 636)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Connects directly to corporate Active Directory Domain Controllers over encrypted LDAPS to synchronize employee rosters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🏢 Rich Organizational Metadata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Extracts Department, OU hierarchy, Job Title, Manager, and Location to enable context-rich simulation drills.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🎯 Role-Based Phishing Simulations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Tailor complex pretexts for high-risk targets: Wire transfer scenarios for Finance, Recruitment lures for HR, Access token alerts for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👥 Dynamic Exclusion &amp; Blocklists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Configure domain allowlists, contractor exclusion groups, and scheduled drill intervals to prevent simulation fatigue.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ANALYTICS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SOC Telemetry, SIEM Syslog &amp; Automated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📊 Live Executive Telemetry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Real-time metrics: Delivery Rate, Email Open Rate (via web beacons), Click Rate, Credential Submission Rate, and Phish Report Ratio.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📡 Real-Time SIEM Syslog Forwarding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Streams drill events (EMAIL_OPEN, LINK_CLICK, PHISH_REPORT) in LEEF 2.0, CEF, or JSON over UDP/TCP (Port 514) directly into IBM QRadar, Splunk, or MS Sentinel.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📅 Automated Scheduled Reports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Automated executive summary generation dispatched on recurring cron schedules (Weekly Monday, Monthly) via dedicated SMTP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🧹 180-Day Automated Retention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Compliance-aligned automated vacuum engine purges tracking and audit logs older than configurable retention window (Default: 180 days).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CONTINUOUS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Recent Codebase Stabilizations &amp;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Unified AD Search &amp; UI Pagination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Refactored Active Directory import dialogs to feature a single, global live-search bar. Migrated to seamless 15-item client-side pagination, resolving rendering lag on large employee directories.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Robust LDAP Attribute Extraction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Upgraded LDAP parser mapping to dynamically extract values from entry.attributes. Resolves legacy ldapjs v3 compatibility issues where user display names defaulted to 'User'.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SPA Cache Busting (Stale Data Fix)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Injected aggressive global cache-control headers into the React Axios client, forcing browsers to always request fresh data on page navigation and eliminating the need for manual refresh.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Campaign Controller Resilience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Fortified campaign execution logic with robust error boundaries. Implemented strict Object ID casting validation and unhandled promise rejection wrappers to prevent Node.js crashes.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EXECUTIVE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Deployment Topology &amp; Platform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🚀 Production Deployment Ready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Containerized Architecture: Docker &amp; Docker-Compose multi-container deployment (App + MongoDB + Nginx).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Intranet &amp; Air-Gapped Ready: Operates 100% inside private networks with zero mandatory external internet access.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In-Memory CA Trust: Enterprise TLS certificates injected dynamically without rebuilding base containers.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Enterprise RBAC: Super Admin, Delegated Security Engineers, and Auditor/Viewer roles with granular permissions.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🔮 Platform Capabilities Summary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Full-Fidelity Email Template Studio (HTML / Markdown / CSS / Placeholders)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Multi-Model AI Threat Intelligence &amp; Scenario Pretext Synthesis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Microsoft Exchange Anonymous IP Relay &amp; Sender Header Masking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Multi-Tab Session Inactivity Auto Sign-Out with 60s Countdown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Brute-Force Account Lockout &amp; NoSQL Operator Sanitization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Real-Time SIEM Event Streaming (LEEF 2.0 / CEF / JSON)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Active Directory / LDAPS Attribute Synchronization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Automated Executive Compliance Reporting &amp; 180-Day Log Retention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